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embedTrueTypeFonts="1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</p:sldIdLst>
  <p:sldSz cy="10287000" cx="18288000"/>
  <p:notesSz cx="6858000" cy="9144000"/>
  <p:embeddedFontLst>
    <p:embeddedFont>
      <p:font typeface="Agrandir Wide Bold" panose="020B0604020202020204" charset="0"/>
      <p:regular r:id="rId8"/>
    </p:embeddedFont>
    <p:embeddedFont>
      <p:font typeface="Nunito" pitchFamily="2" charset="0"/>
      <p:regular r:id="rId9"/>
    </p:embeddedFont>
    <p:embeddedFont>
      <p:font typeface="Nunito Bold" panose="020B0604020202020204" charset="0"/>
      <p:regular r:id="rId10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8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8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5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6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6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6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2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2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7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4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64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63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1048603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ah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B16A4C"/>
            </a:solidFill>
          </p:spPr>
        </p:sp>
        <p:sp>
          <p:nvSpPr>
            <p:cNvPr id="1048604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1048605" name="TextBox 5"/>
          <p:cNvSpPr txBox="1"/>
          <p:nvPr/>
        </p:nvSpPr>
        <p:spPr>
          <a:xfrm>
            <a:off x="2178620" y="2141604"/>
            <a:ext cx="10208996" cy="1497457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1791"/>
              </a:lnSpc>
            </a:pPr>
            <a:r>
              <a:rPr b="1" dirty="0" sz="10343" lang="en-US">
                <a:solidFill>
                  <a:srgbClr val="582308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FITTRACK</a:t>
            </a:r>
          </a:p>
        </p:txBody>
      </p:sp>
      <p:grpSp>
        <p:nvGrpSpPr>
          <p:cNvPr id="25" name="Group 6"/>
          <p:cNvGrpSpPr/>
          <p:nvPr/>
        </p:nvGrpSpPr>
        <p:grpSpPr>
          <a:xfrm>
            <a:off x="2760447" y="3953974"/>
            <a:ext cx="7522462" cy="963611"/>
            <a:chOff x="0" y="0"/>
            <a:chExt cx="1981225" cy="253791"/>
          </a:xfrm>
        </p:grpSpPr>
        <p:sp>
          <p:nvSpPr>
            <p:cNvPr id="1048606" name="Freeform 7"/>
            <p:cNvSpPr/>
            <p:nvPr/>
          </p:nvSpPr>
          <p:spPr>
            <a:xfrm>
              <a:off x="0" y="0"/>
              <a:ext cx="1981225" cy="253791"/>
            </a:xfrm>
            <a:custGeom>
              <a:avLst/>
              <a:ahLst/>
              <a:rect l="l" t="t" r="r" b="b"/>
              <a:pathLst>
                <a:path w="1981225" h="253791">
                  <a:moveTo>
                    <a:pt x="102917" y="0"/>
                  </a:moveTo>
                  <a:lnTo>
                    <a:pt x="1878307" y="0"/>
                  </a:lnTo>
                  <a:cubicBezTo>
                    <a:pt x="1935147" y="0"/>
                    <a:pt x="1981225" y="46078"/>
                    <a:pt x="1981225" y="102917"/>
                  </a:cubicBezTo>
                  <a:lnTo>
                    <a:pt x="1981225" y="150873"/>
                  </a:lnTo>
                  <a:cubicBezTo>
                    <a:pt x="1981225" y="207713"/>
                    <a:pt x="1935147" y="253791"/>
                    <a:pt x="1878307" y="253791"/>
                  </a:cubicBezTo>
                  <a:lnTo>
                    <a:pt x="102917" y="253791"/>
                  </a:lnTo>
                  <a:cubicBezTo>
                    <a:pt x="46078" y="253791"/>
                    <a:pt x="0" y="207713"/>
                    <a:pt x="0" y="150873"/>
                  </a:cubicBezTo>
                  <a:lnTo>
                    <a:pt x="0" y="102917"/>
                  </a:lnTo>
                  <a:cubicBezTo>
                    <a:pt x="0" y="46078"/>
                    <a:pt x="46078" y="0"/>
                    <a:pt x="102917" y="0"/>
                  </a:cubicBezTo>
                  <a:close/>
                </a:path>
              </a:pathLst>
            </a:custGeom>
            <a:ln w="38100" cap="rnd">
              <a:solidFill>
                <a:srgbClr val="4F1E0C"/>
              </a:solidFill>
              <a:prstDash val="solid"/>
              <a:round/>
            </a:ln>
          </p:spPr>
        </p:sp>
        <p:sp>
          <p:nvSpPr>
            <p:cNvPr id="1048607" name="TextBox 8"/>
            <p:cNvSpPr txBox="1"/>
            <p:nvPr/>
          </p:nvSpPr>
          <p:spPr>
            <a:xfrm>
              <a:off x="0" y="-95250"/>
              <a:ext cx="1981225" cy="349041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1048608" name="TextBox 9"/>
          <p:cNvSpPr txBox="1"/>
          <p:nvPr/>
        </p:nvSpPr>
        <p:spPr>
          <a:xfrm>
            <a:off x="2502879" y="4133487"/>
            <a:ext cx="7780031" cy="1130968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4522"/>
              </a:lnSpc>
            </a:pPr>
            <a:r>
              <a:rPr sz="3230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•A Fitness Tracking Web Application</a:t>
            </a:r>
          </a:p>
          <a:p>
            <a:pPr algn="ctr">
              <a:lnSpc>
                <a:spcPts val="4522"/>
              </a:lnSpc>
            </a:pPr>
            <a:endParaRPr sz="3230" lang="en-US">
              <a:solidFill>
                <a:srgbClr val="4F1E0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8609" name="TextBox 10"/>
          <p:cNvSpPr txBox="1"/>
          <p:nvPr/>
        </p:nvSpPr>
        <p:spPr>
          <a:xfrm>
            <a:off x="1028700" y="962025"/>
            <a:ext cx="3295987" cy="64389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070"/>
              </a:lnSpc>
            </a:pPr>
            <a:r>
              <a:rPr sz="3622" lang="en-US">
                <a:solidFill>
                  <a:srgbClr val="582308"/>
                </a:solidFill>
                <a:latin typeface="Nunito"/>
                <a:ea typeface="Nunito"/>
                <a:cs typeface="Nunito"/>
                <a:sym typeface="Nunito"/>
              </a:rPr>
              <a:t>May 19, 2026</a:t>
            </a:r>
          </a:p>
        </p:txBody>
      </p:sp>
      <p:sp>
        <p:nvSpPr>
          <p:cNvPr id="1048610" name="TextBox 11"/>
          <p:cNvSpPr txBox="1"/>
          <p:nvPr/>
        </p:nvSpPr>
        <p:spPr>
          <a:xfrm>
            <a:off x="2178620" y="5825212"/>
            <a:ext cx="6680614" cy="34594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40"/>
              </a:lnSpc>
            </a:pPr>
            <a:r>
              <a:rPr sz="3243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Presented by : Tingzon Elias Red</a:t>
            </a:r>
          </a:p>
          <a:p>
            <a:pPr algn="l">
              <a:lnSpc>
                <a:spcPts val="4540"/>
              </a:lnSpc>
            </a:pPr>
            <a:r>
              <a:rPr sz="3243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                          Daniel M. Refamonte</a:t>
            </a:r>
          </a:p>
          <a:p>
            <a:pPr algn="l">
              <a:lnSpc>
                <a:spcPts val="4540"/>
              </a:lnSpc>
            </a:pPr>
            <a:r>
              <a:rPr sz="3243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                          Cj Alvarado</a:t>
            </a:r>
          </a:p>
          <a:p>
            <a:pPr algn="l">
              <a:lnSpc>
                <a:spcPts val="4540"/>
              </a:lnSpc>
            </a:pPr>
            <a:r>
              <a:rPr sz="3243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                          Danisa T. Medallo</a:t>
            </a:r>
          </a:p>
          <a:p>
            <a:pPr algn="l">
              <a:lnSpc>
                <a:spcPts val="4540"/>
              </a:lnSpc>
            </a:pPr>
            <a:r>
              <a:rPr sz="3243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                          Hannah T. Magbutay</a:t>
            </a:r>
          </a:p>
          <a:p>
            <a:pPr algn="l">
              <a:lnSpc>
                <a:spcPts val="4540"/>
              </a:lnSpc>
            </a:pPr>
            <a:endParaRPr sz="3243" lang="en-US">
              <a:solidFill>
                <a:srgbClr val="4F1E0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split orient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1048584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ah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B16A4C"/>
            </a:solidFill>
          </p:spPr>
        </p:sp>
        <p:sp>
          <p:nvSpPr>
            <p:cNvPr id="1048585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1048586" name="TextBox 5"/>
          <p:cNvSpPr txBox="1"/>
          <p:nvPr/>
        </p:nvSpPr>
        <p:spPr>
          <a:xfrm>
            <a:off x="2463310" y="1201622"/>
            <a:ext cx="12531781" cy="1258443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9909"/>
              </a:lnSpc>
            </a:pPr>
            <a:r>
              <a:rPr b="1" sz="8692" lang="en-US">
                <a:solidFill>
                  <a:srgbClr val="4F1E0C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WHAT IS  FITTRACK</a:t>
            </a:r>
          </a:p>
        </p:txBody>
      </p:sp>
      <p:sp>
        <p:nvSpPr>
          <p:cNvPr id="1048587" name="TextBox 6"/>
          <p:cNvSpPr txBox="1"/>
          <p:nvPr/>
        </p:nvSpPr>
        <p:spPr>
          <a:xfrm>
            <a:off x="471903" y="3205064"/>
            <a:ext cx="16514595" cy="5125720"/>
          </a:xfrm>
          <a:prstGeom prst="rect"/>
        </p:spPr>
        <p:txBody>
          <a:bodyPr anchor="t" bIns="0" lIns="0" rIns="0" rtlCol="0" tIns="0">
            <a:spAutoFit/>
          </a:bodyPr>
          <a:p>
            <a:pPr algn="just">
              <a:lnSpc>
                <a:spcPts val="8072"/>
              </a:lnSpc>
            </a:pPr>
            <a:r>
              <a:rPr sz="4586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•FitTrack is a full-stack fitness management system that allows users to track workouts, set fitness goals, manage schedules, and submit feedback through a secure token-authenticated web application.</a:t>
            </a:r>
          </a:p>
          <a:p>
            <a:pPr algn="just">
              <a:lnSpc>
                <a:spcPts val="8072"/>
              </a:lnSpc>
            </a:pPr>
            <a:endParaRPr sz="4586" lang="en-US">
              <a:solidFill>
                <a:srgbClr val="4F1E0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split orient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1048588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ah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B16A4C"/>
            </a:solidFill>
          </p:spPr>
        </p:sp>
        <p:sp>
          <p:nvSpPr>
            <p:cNvPr id="1048589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1048590" name="TextBox 5"/>
          <p:cNvSpPr txBox="1"/>
          <p:nvPr/>
        </p:nvSpPr>
        <p:spPr>
          <a:xfrm>
            <a:off x="1934107" y="407534"/>
            <a:ext cx="13145588" cy="113969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8974"/>
              </a:lnSpc>
            </a:pPr>
            <a:r>
              <a:rPr b="1" sz="7872" lang="en-US">
                <a:solidFill>
                  <a:srgbClr val="4F1E0C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SYSTEM FEATURES</a:t>
            </a:r>
          </a:p>
        </p:txBody>
      </p:sp>
      <p:sp>
        <p:nvSpPr>
          <p:cNvPr id="1048591" name="TextBox 6"/>
          <p:cNvSpPr txBox="1"/>
          <p:nvPr/>
        </p:nvSpPr>
        <p:spPr>
          <a:xfrm>
            <a:off x="1028700" y="3121817"/>
            <a:ext cx="7060638" cy="115951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65"/>
              </a:lnSpc>
            </a:pPr>
            <a:r>
              <a:rPr sz="2593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Allows users to securely sign up and log in using JWT authentication.</a:t>
            </a:r>
          </a:p>
        </p:txBody>
      </p:sp>
      <p:sp>
        <p:nvSpPr>
          <p:cNvPr id="1048592" name="TextBox 7"/>
          <p:cNvSpPr txBox="1"/>
          <p:nvPr/>
        </p:nvSpPr>
        <p:spPr>
          <a:xfrm>
            <a:off x="1028700" y="7796565"/>
            <a:ext cx="6103868" cy="115773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58"/>
              </a:lnSpc>
            </a:pPr>
            <a:r>
              <a:rPr sz="2589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Helps users create and monitor personal fitness goals.</a:t>
            </a:r>
          </a:p>
        </p:txBody>
      </p:sp>
      <p:sp>
        <p:nvSpPr>
          <p:cNvPr id="1048593" name="TextBox 8"/>
          <p:cNvSpPr txBox="1"/>
          <p:nvPr/>
        </p:nvSpPr>
        <p:spPr>
          <a:xfrm>
            <a:off x="1028700" y="5608305"/>
            <a:ext cx="5716122" cy="115773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58"/>
              </a:lnSpc>
            </a:pPr>
            <a:r>
              <a:rPr sz="2589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Enables users to add, edit, and manage workout routines.</a:t>
            </a:r>
          </a:p>
        </p:txBody>
      </p:sp>
      <p:sp>
        <p:nvSpPr>
          <p:cNvPr id="1048594" name="TextBox 9"/>
          <p:cNvSpPr txBox="1"/>
          <p:nvPr/>
        </p:nvSpPr>
        <p:spPr>
          <a:xfrm>
            <a:off x="8369510" y="3121817"/>
            <a:ext cx="6103868" cy="115773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58"/>
              </a:lnSpc>
            </a:pPr>
            <a:r>
              <a:rPr sz="2589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llows users to organize fitness activities and events by date.</a:t>
            </a:r>
          </a:p>
        </p:txBody>
      </p:sp>
      <p:sp>
        <p:nvSpPr>
          <p:cNvPr id="1048595" name="TextBox 10"/>
          <p:cNvSpPr txBox="1"/>
          <p:nvPr/>
        </p:nvSpPr>
        <p:spPr>
          <a:xfrm>
            <a:off x="842227" y="2239172"/>
            <a:ext cx="7527284" cy="75641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956"/>
              </a:lnSpc>
            </a:pPr>
            <a:r>
              <a:rPr b="1" sz="4254" lang="en-US">
                <a:solidFill>
                  <a:srgbClr val="4F1E0C"/>
                </a:solidFill>
                <a:latin typeface="Nunito Bold"/>
                <a:ea typeface="Nunito Bold"/>
                <a:cs typeface="Nunito Bold"/>
                <a:sym typeface="Nunito Bold"/>
              </a:rPr>
              <a:t>User Authentication</a:t>
            </a:r>
          </a:p>
        </p:txBody>
      </p:sp>
      <p:sp>
        <p:nvSpPr>
          <p:cNvPr id="1048596" name="TextBox 11"/>
          <p:cNvSpPr txBox="1"/>
          <p:nvPr/>
        </p:nvSpPr>
        <p:spPr>
          <a:xfrm>
            <a:off x="842227" y="7126213"/>
            <a:ext cx="5716122" cy="75565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950"/>
              </a:lnSpc>
            </a:pPr>
            <a:r>
              <a:rPr b="1" sz="4250" lang="en-US">
                <a:solidFill>
                  <a:srgbClr val="4F1E0C"/>
                </a:solidFill>
                <a:latin typeface="Nunito Bold"/>
                <a:ea typeface="Nunito Bold"/>
                <a:cs typeface="Nunito Bold"/>
                <a:sym typeface="Nunito Bold"/>
              </a:rPr>
              <a:t>Goal Setting</a:t>
            </a:r>
          </a:p>
        </p:txBody>
      </p:sp>
      <p:sp>
        <p:nvSpPr>
          <p:cNvPr id="1048597" name="TextBox 12"/>
          <p:cNvSpPr txBox="1"/>
          <p:nvPr/>
        </p:nvSpPr>
        <p:spPr>
          <a:xfrm>
            <a:off x="842227" y="4687555"/>
            <a:ext cx="7730837" cy="75565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950"/>
              </a:lnSpc>
            </a:pPr>
            <a:r>
              <a:rPr b="1" sz="4250" lang="en-US">
                <a:solidFill>
                  <a:srgbClr val="4F1E0C"/>
                </a:solidFill>
                <a:latin typeface="Nunito Bold"/>
                <a:ea typeface="Nunito Bold"/>
                <a:cs typeface="Nunito Bold"/>
                <a:sym typeface="Nunito Bold"/>
              </a:rPr>
              <a:t>Workout Tracking </a:t>
            </a:r>
          </a:p>
        </p:txBody>
      </p:sp>
      <p:sp>
        <p:nvSpPr>
          <p:cNvPr id="1048598" name="TextBox 13"/>
          <p:cNvSpPr txBox="1"/>
          <p:nvPr/>
        </p:nvSpPr>
        <p:spPr>
          <a:xfrm>
            <a:off x="8089338" y="2239172"/>
            <a:ext cx="6990357" cy="75565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950"/>
              </a:lnSpc>
            </a:pPr>
            <a:r>
              <a:rPr b="1" sz="4250" lang="en-US">
                <a:solidFill>
                  <a:srgbClr val="4F1E0C"/>
                </a:solidFill>
                <a:latin typeface="Nunito Bold"/>
                <a:ea typeface="Nunito Bold"/>
                <a:cs typeface="Nunito Bold"/>
                <a:sym typeface="Nunito Bold"/>
              </a:rPr>
              <a:t>Schedule Management</a:t>
            </a:r>
          </a:p>
        </p:txBody>
      </p:sp>
      <p:sp>
        <p:nvSpPr>
          <p:cNvPr id="1048599" name="TextBox 14"/>
          <p:cNvSpPr txBox="1"/>
          <p:nvPr/>
        </p:nvSpPr>
        <p:spPr>
          <a:xfrm>
            <a:off x="8129819" y="4745038"/>
            <a:ext cx="6990357" cy="75565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950"/>
              </a:lnSpc>
            </a:pPr>
            <a:r>
              <a:rPr b="1" sz="4250" lang="en-US">
                <a:solidFill>
                  <a:srgbClr val="4F1E0C"/>
                </a:solidFill>
                <a:latin typeface="Nunito Bold"/>
                <a:ea typeface="Nunito Bold"/>
                <a:cs typeface="Nunito Bold"/>
                <a:sym typeface="Nunito Bold"/>
              </a:rPr>
              <a:t>Reviews and Feedback</a:t>
            </a:r>
          </a:p>
        </p:txBody>
      </p:sp>
      <p:sp>
        <p:nvSpPr>
          <p:cNvPr id="1048600" name="TextBox 15"/>
          <p:cNvSpPr txBox="1"/>
          <p:nvPr/>
        </p:nvSpPr>
        <p:spPr>
          <a:xfrm>
            <a:off x="8573064" y="5608305"/>
            <a:ext cx="6103868" cy="115773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58"/>
              </a:lnSpc>
            </a:pPr>
            <a:r>
              <a:rPr sz="2589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Users can submit ratings and feedback about the system.</a:t>
            </a:r>
          </a:p>
        </p:txBody>
      </p:sp>
      <p:sp>
        <p:nvSpPr>
          <p:cNvPr id="1048601" name="TextBox 16"/>
          <p:cNvSpPr txBox="1"/>
          <p:nvPr/>
        </p:nvSpPr>
        <p:spPr>
          <a:xfrm>
            <a:off x="8129819" y="7126213"/>
            <a:ext cx="6990357" cy="75565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5950"/>
              </a:lnSpc>
            </a:pPr>
            <a:r>
              <a:rPr b="1" sz="4250" lang="en-US">
                <a:solidFill>
                  <a:srgbClr val="4F1E0C"/>
                </a:solidFill>
                <a:latin typeface="Nunito Bold"/>
                <a:ea typeface="Nunito Bold"/>
                <a:cs typeface="Nunito Bold"/>
                <a:sym typeface="Nunito Bold"/>
              </a:rPr>
              <a:t>Admin Management </a:t>
            </a:r>
          </a:p>
        </p:txBody>
      </p:sp>
      <p:sp>
        <p:nvSpPr>
          <p:cNvPr id="1048602" name="TextBox 17"/>
          <p:cNvSpPr txBox="1"/>
          <p:nvPr/>
        </p:nvSpPr>
        <p:spPr>
          <a:xfrm>
            <a:off x="8573064" y="7713588"/>
            <a:ext cx="6103868" cy="1157732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58"/>
              </a:lnSpc>
            </a:pPr>
            <a:r>
              <a:rPr sz="2589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Admins can manage users, suspend accounts, and monitor activities.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split orient="ver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1048611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ah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B16A4C"/>
            </a:solidFill>
          </p:spPr>
        </p:sp>
        <p:sp>
          <p:nvSpPr>
            <p:cNvPr id="1048612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1048613" name="TextBox 5"/>
          <p:cNvSpPr txBox="1"/>
          <p:nvPr/>
        </p:nvSpPr>
        <p:spPr>
          <a:xfrm>
            <a:off x="717911" y="1568523"/>
            <a:ext cx="8891934" cy="1139698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8974"/>
              </a:lnSpc>
            </a:pPr>
            <a:r>
              <a:rPr b="1" sz="7872" lang="en-US">
                <a:solidFill>
                  <a:srgbClr val="4F1E0C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CONCLUSION</a:t>
            </a:r>
          </a:p>
        </p:txBody>
      </p:sp>
      <p:sp>
        <p:nvSpPr>
          <p:cNvPr id="1048614" name="TextBox 6"/>
          <p:cNvSpPr txBox="1"/>
          <p:nvPr/>
        </p:nvSpPr>
        <p:spPr>
          <a:xfrm>
            <a:off x="1028700" y="3623242"/>
            <a:ext cx="15623652" cy="412369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6494"/>
              </a:lnSpc>
            </a:pPr>
            <a:r>
              <a:rPr sz="3689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FitTrack is a secure and user-friendly fitness management system that helps users track workouts, manage schedules, and achieve fitness goals efficiently. With its role-based features, JWT security, and automated account management, the system provides a reliable and organized fitness tracking experience.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split orient="ver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"/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1048615" name="Freeform 3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ah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B16A4C"/>
            </a:solidFill>
          </p:spPr>
        </p:sp>
        <p:sp>
          <p:nvSpPr>
            <p:cNvPr id="1048616" name="TextBox 4"/>
            <p:cNvSpPr txBox="1"/>
            <p:nvPr/>
          </p:nvSpPr>
          <p:spPr>
            <a:xfrm>
              <a:off x="0" y="-95250"/>
              <a:ext cx="812800" cy="2804583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1048617" name="TextBox 5"/>
          <p:cNvSpPr txBox="1"/>
          <p:nvPr/>
        </p:nvSpPr>
        <p:spPr>
          <a:xfrm>
            <a:off x="1028700" y="3534337"/>
            <a:ext cx="10208996" cy="1812370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11791"/>
              </a:lnSpc>
            </a:pPr>
            <a:r>
              <a:rPr b="1" sz="10343" lang="en-US">
                <a:solidFill>
                  <a:srgbClr val="4F1E0C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  <p:grpSp>
        <p:nvGrpSpPr>
          <p:cNvPr id="30" name="Group 6"/>
          <p:cNvGrpSpPr/>
          <p:nvPr/>
        </p:nvGrpSpPr>
        <p:grpSpPr>
          <a:xfrm>
            <a:off x="1028700" y="5676387"/>
            <a:ext cx="4786930" cy="838151"/>
            <a:chOff x="0" y="0"/>
            <a:chExt cx="1260755" cy="220747"/>
          </a:xfrm>
        </p:grpSpPr>
        <p:sp>
          <p:nvSpPr>
            <p:cNvPr id="1048618" name="Freeform 7"/>
            <p:cNvSpPr/>
            <p:nvPr/>
          </p:nvSpPr>
          <p:spPr>
            <a:xfrm>
              <a:off x="0" y="0"/>
              <a:ext cx="1260755" cy="220747"/>
            </a:xfrm>
            <a:custGeom>
              <a:avLst/>
              <a:ahLst/>
              <a:rect l="l" t="t" r="r" b="b"/>
              <a:pathLst>
                <a:path w="1260755" h="220747">
                  <a:moveTo>
                    <a:pt x="110374" y="0"/>
                  </a:moveTo>
                  <a:lnTo>
                    <a:pt x="1150381" y="0"/>
                  </a:lnTo>
                  <a:cubicBezTo>
                    <a:pt x="1179654" y="0"/>
                    <a:pt x="1207728" y="11629"/>
                    <a:pt x="1228428" y="32328"/>
                  </a:cubicBezTo>
                  <a:cubicBezTo>
                    <a:pt x="1249127" y="53027"/>
                    <a:pt x="1260755" y="81101"/>
                    <a:pt x="1260755" y="110374"/>
                  </a:cubicBezTo>
                  <a:lnTo>
                    <a:pt x="1260755" y="110374"/>
                  </a:lnTo>
                  <a:cubicBezTo>
                    <a:pt x="1260755" y="139647"/>
                    <a:pt x="1249127" y="167721"/>
                    <a:pt x="1228428" y="188420"/>
                  </a:cubicBezTo>
                  <a:cubicBezTo>
                    <a:pt x="1207728" y="209119"/>
                    <a:pt x="1179654" y="220747"/>
                    <a:pt x="1150381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id="1048619" name="TextBox 8"/>
            <p:cNvSpPr txBox="1"/>
            <p:nvPr/>
          </p:nvSpPr>
          <p:spPr>
            <a:xfrm>
              <a:off x="0" y="-95250"/>
              <a:ext cx="1260755" cy="315997"/>
            </a:xfrm>
            <a:prstGeom prst="rect"/>
          </p:spPr>
          <p:txBody>
            <a:bodyPr anchor="ctr" bIns="50800" lIns="50800" rIns="50800" rtlCol="0" tIns="50800"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id="1048620" name="TextBox 9"/>
          <p:cNvSpPr txBox="1"/>
          <p:nvPr/>
        </p:nvSpPr>
        <p:spPr>
          <a:xfrm>
            <a:off x="1329385" y="5783229"/>
            <a:ext cx="4185559" cy="557792"/>
          </a:xfrm>
          <a:prstGeom prst="rect"/>
        </p:spPr>
        <p:txBody>
          <a:bodyPr anchor="t" bIns="0" lIns="0" rIns="0" rtlCol="0" tIns="0">
            <a:spAutoFit/>
          </a:bodyPr>
          <a:p>
            <a:pPr algn="ctr">
              <a:lnSpc>
                <a:spcPts val="4522"/>
              </a:lnSpc>
            </a:pPr>
            <a:r>
              <a:rPr sz="3230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Thanks For Watching</a:t>
            </a:r>
          </a:p>
        </p:txBody>
      </p:sp>
      <p:sp>
        <p:nvSpPr>
          <p:cNvPr id="1048621" name="TextBox 10"/>
          <p:cNvSpPr txBox="1"/>
          <p:nvPr/>
        </p:nvSpPr>
        <p:spPr>
          <a:xfrm>
            <a:off x="1028700" y="962025"/>
            <a:ext cx="2948357" cy="555879"/>
          </a:xfrm>
          <a:prstGeom prst="rect"/>
        </p:spPr>
        <p:txBody>
          <a:bodyPr anchor="t" bIns="0" lIns="0" rIns="0" rtlCol="0" tIns="0">
            <a:spAutoFit/>
          </a:bodyPr>
          <a:p>
            <a:pPr algn="l">
              <a:lnSpc>
                <a:spcPts val="4536"/>
              </a:lnSpc>
            </a:pPr>
            <a:r>
              <a:rPr sz="3240" lang="en-US">
                <a:solidFill>
                  <a:srgbClr val="4F1E0C"/>
                </a:solidFill>
                <a:latin typeface="Nunito"/>
                <a:ea typeface="Nunito"/>
                <a:cs typeface="Nunito"/>
                <a:sym typeface="Nunito"/>
              </a:rPr>
              <a:t>MAY 19, 2026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slow" p14:dur="1500">
        <p:split orient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May 19, 2026</dc:title>
  <dc:creator>RMX3636</dc:creator>
  <cp:lastModifiedBy>Danisa Medallo</cp:lastModifiedBy>
  <dcterms:created xsi:type="dcterms:W3CDTF">2006-08-15T08:00:00Z</dcterms:created>
  <dcterms:modified xsi:type="dcterms:W3CDTF">2026-05-19T05:07:52Z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3896b7531d0b4413b0ef3f6dfef7a4e7</vt:lpwstr>
  </property>
</Properties>
</file>